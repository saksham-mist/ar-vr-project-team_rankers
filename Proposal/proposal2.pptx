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AR-Based Geometric Transformation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Project Proposal</a:t>
            </a:r>
          </a:p>
          <a:p>
            <a:pPr/>
            <a:r>
              <a:t>Interactive 3D + AR Learning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3D transformations are core to graphics &amp; AR/VR</a:t>
            </a:r>
          </a:p>
          <a:p>
            <a:pPr/>
            <a:r>
              <a:t>Traditional teaching uses static 2D diagrams</a:t>
            </a:r>
          </a:p>
          <a:p>
            <a:pPr/>
            <a:r>
              <a:t>Limits intuitive spatial understanding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Static 2D learning methods</a:t>
            </a:r>
          </a:p>
          <a:p>
            <a:pPr/>
            <a:r>
              <a:t>Difficult 3D visualization</a:t>
            </a:r>
          </a:p>
          <a:p>
            <a:pPr/>
            <a:r>
              <a:t>Lack of interaction</a:t>
            </a:r>
          </a:p>
          <a:p>
            <a:pPr/>
            <a:r>
              <a:t>Weak matrix-to-visual connection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Interactive 3D transformation system</a:t>
            </a:r>
          </a:p>
          <a:p>
            <a:pPr/>
            <a:r>
              <a:t>Real-time translation, rotation, scaling</a:t>
            </a:r>
          </a:p>
          <a:p>
            <a:pPr/>
            <a:r>
              <a:t>AR-based object preview</a:t>
            </a:r>
          </a:p>
          <a:p>
            <a:pPr/>
            <a:r>
              <a:t>Supports Platonic solids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Develop real-time 3D system</a:t>
            </a:r>
          </a:p>
          <a:p>
            <a:pPr/>
            <a:r>
              <a:t>Support all Platonic solids</a:t>
            </a:r>
          </a:p>
          <a:p>
            <a:pPr/>
            <a:r>
              <a:t>Integrate AR interaction</a:t>
            </a:r>
          </a:p>
          <a:p>
            <a:pPr/>
            <a:r>
              <a:t>Provide matrix visualization &amp; history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Transformation Environment (Three.js)</a:t>
            </a:r>
          </a:p>
          <a:p>
            <a:pPr/>
            <a:r>
              <a:t>AR Module (AR.js)</a:t>
            </a:r>
          </a:p>
          <a:p>
            <a:pPr/>
            <a:r>
              <a:t>Real-time interaction pipeline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Transformation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Translation, Rotation, Scaling</a:t>
            </a:r>
          </a:p>
          <a:p>
            <a:pPr/>
            <a:r>
              <a:t>Matrix visualization</a:t>
            </a:r>
          </a:p>
          <a:p>
            <a:pPr/>
            <a:r>
              <a:t>Reset &amp; history tracking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Hiro marker detection</a:t>
            </a:r>
          </a:p>
          <a:p>
            <a:pPr/>
            <a:r>
              <a:t>AR object preview</a:t>
            </a:r>
          </a:p>
          <a:p>
            <a:pPr/>
            <a:r>
              <a:t>Object transfer to main scene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Open camera → Detect marker</a:t>
            </a:r>
          </a:p>
          <a:p>
            <a:pPr/>
            <a:r>
              <a:t>Display object in AR</a:t>
            </a:r>
          </a:p>
          <a:p>
            <a:pPr/>
            <a:r>
              <a:t>Confirm selection</a:t>
            </a:r>
          </a:p>
          <a:p>
            <a:pPr/>
            <a:r>
              <a:t>Transfer to main scene</a:t>
            </a:r>
          </a:p>
          <a:p>
            <a:pPr/>
            <a:r>
              <a:t>Apply transformations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Three.js (3D Rendering)</a:t>
            </a:r>
          </a:p>
          <a:p>
            <a:pPr/>
            <a:r>
              <a:t>AR.js (AR Framework)</a:t>
            </a:r>
          </a:p>
          <a:p>
            <a:pPr/>
            <a:r>
              <a:t>HTML, CSS, JavaScript</a:t>
            </a:r>
          </a:p>
          <a:p>
            <a:pPr/>
            <a:r>
              <a:t>Netlify Deployment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Real-time transformations</a:t>
            </a:r>
          </a:p>
          <a:p>
            <a:pPr/>
            <a:r>
              <a:t>Multiple geometries</a:t>
            </a:r>
          </a:p>
          <a:p>
            <a:pPr/>
            <a:r>
              <a:t>Matrix visualization</a:t>
            </a:r>
          </a:p>
          <a:p>
            <a:pPr/>
            <a:r>
              <a:t>AR integration</a:t>
            </a:r>
          </a:p>
          <a:p>
            <a:pPr/>
            <a:r>
              <a:t>History tracking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Feasibility &amp;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Focus on core transformations</a:t>
            </a:r>
          </a:p>
          <a:p>
            <a:pPr/>
            <a:r>
              <a:t>No AI/ML for efficiency</a:t>
            </a:r>
          </a:p>
          <a:p>
            <a:pPr/>
            <a:r>
              <a:t>Web-based accessibility</a:t>
            </a:r>
          </a:p>
          <a:p>
            <a:pPr/>
            <a:r>
              <a:t>Optimized performance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Better conceptual understanding</a:t>
            </a:r>
          </a:p>
          <a:p>
            <a:pPr/>
            <a:r>
              <a:t>Improved matrix-visual mapping</a:t>
            </a:r>
          </a:p>
          <a:p>
            <a:pPr/>
            <a:r>
              <a:t>Higher engagement</a:t>
            </a:r>
          </a:p>
          <a:p>
            <a:pPr/>
            <a:r>
              <a:t>Scalable system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Multi-marker AR</a:t>
            </a:r>
          </a:p>
          <a:p>
            <a:pPr/>
            <a:r>
              <a:t>Gesture-based interaction</a:t>
            </a:r>
          </a:p>
          <a:p>
            <a:pPr/>
            <a:r>
              <a:t>VR integration (Unity)</a:t>
            </a:r>
          </a:p>
          <a:p>
            <a:pPr/>
            <a:r>
              <a:t>Advanced visualization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Bridges gap between math &amp; visualization</a:t>
            </a:r>
          </a:p>
          <a:p>
            <a:pPr/>
            <a:r>
              <a:t>Interactive and intuitive learning</a:t>
            </a:r>
          </a:p>
          <a:p>
            <a:pPr/>
            <a:r>
              <a:t>Strong foundation for AR/VR education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